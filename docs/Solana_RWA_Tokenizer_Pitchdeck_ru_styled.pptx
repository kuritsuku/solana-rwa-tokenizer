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соединяем реальный актив и on-chain оборот долей. ЭЦП-документ подтверждается оффчейн, а его хэш фиксируется в блокчейне.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не используем агрессивные TAM-оценки и опираемся на подтвержденный институциональный тренд.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гипотеза подтверждена: доверие к происхождению актива важнее декоративного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включает ликвидность, доверие и операционную прозрачность одновременно.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зеркалит problem-слайд: вход, доверие и прозрачность закрываются единым потоком.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модульная: UI, on-chain логика и token policy разделены для масштабирования.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 дифференциатор — локальная правовая привязка и прозрачный ownership-flow.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честный статус: рабочий devnet flow уже есть, ключевой milestone обозначен.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Команда закрывает полный цикл: продукт, протокол и интерфейс.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отправкой замените Telegram handle на финальный.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служебный слайд для команды, не для финального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8046720" cy="356616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5F7FA"/>
                </a:solidFill>
              </a:rPr>
              <a:t>Solana RWA Tokenizer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0020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4F195"/>
                </a:solidFill>
              </a:defRPr>
            </a:pPr>
            <a:r>
              <a:t>Real Estate Tokenization Platform on Solana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C4C9D6"/>
                </a:solidFill>
              </a:defRPr>
            </a:pPr>
            <a:r>
              <a:t>Токенизация недвижимости Казахстана с on-chain proof через ЭЦП НУЦ РК</a:t>
            </a:r>
          </a:p>
          <a:p>
            <a:pPr>
              <a:spcAft>
                <a:spcPts val="1200"/>
              </a:spcAft>
              <a:defRPr sz="2300">
                <a:solidFill>
                  <a:srgbClr val="C4C9D6"/>
                </a:solidFill>
              </a:defRPr>
            </a:pPr>
            <a:r>
              <a:t>Demo: solana-rwa-tokenizer.vercel.app</a:t>
            </a:r>
          </a:p>
          <a:p>
            <a:pPr>
              <a:spcAft>
                <a:spcPts val="1200"/>
              </a:spcAft>
              <a:defRPr sz="2300">
                <a:solidFill>
                  <a:srgbClr val="C4C9D6"/>
                </a:solidFill>
              </a:defRPr>
            </a:pPr>
            <a:r>
              <a:t>GitHub: github.com/kuritsuku/solana-rwa-tokenizer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Current: дробное инвестирование фрагментировано, ownership часто оффчейн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Trend: токенизация переходит из пилотов к инфраструктурным сценариям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Sources: BIS (2025), World Bank (2025), McKinsey (2024/2025)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User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Пользователи: владельцы объектов, розничные инвесторы, операторы платформы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Паттерны: низкий порог входа, прозрачный ownership, простой wallet-flow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Главный барьер: доверие к proof-of-asset и комплаенс-потоку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Высокий порог входа в недвижимость для частного инвестора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Ownership и проверка документов остаются вне блокчейна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Доход и secondary оборот долей непрозрачны и дороги в администрировании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Токенизируем объект в доли на Solana (Token-2022)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Хэш ЭЦП НУЦ РК фиксируется on-chain как proof-of-asset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Прозрачный lifecycle: выпуск -&gt; покупка -&gt; перевод -&gt; распределение yield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Tech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dApp: Next.js + TypeScript + Phantom wallet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On-chain: Anchor программы rwa-tokenizer и transfer-hook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Token layer: SPL Token-2022, KYC whitelist через TransferHook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Competitors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Крауд/долевые платформы: ключевые шаги оффчейн -&gt; у нас on-chain lifecycle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REIT/фонды: нет прямой доли в объекте -&gt; у нас доля по конкретному активу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Global RWA: слабая локализация под KZ -&gt; у нас ЭЦП НУЦ РК + local 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Current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Готово: tokenization + primary + secondary flow в devnet (CLI + web demo)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Готово: фиксация ЭЦП hash в on-chain state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Next: production-compatible TransferHook execute deploy и стабильный yield 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Product &amp; Strategy: продуктовая логика и roadmap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Solana / Smart Contracts: Anchor, Token-2022, policy flow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Frontend / Integration: dApp UX, wallet flow, demo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Contacts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Demo: https://solana-rwa-tokenizer.vercel.app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GitHub: https://github.com/kuritsuku/solana-rwa-tokenizer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Telegram: @your_telegram_handle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937760"/>
            <a:ext cx="3200400" cy="3200400"/>
          </a:xfrm>
          <a:prstGeom prst="ellipse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5F7FA"/>
                </a:solidFill>
              </a:rPr>
              <a:t>Useful tips (appendix)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9052560" cy="4526280"/>
          </a:xfrm>
          <a:prstGeom prst="roundRect">
            <a:avLst/>
          </a:prstGeom>
          <a:solidFill>
            <a:srgbClr val="18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412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Скрыть этот слайд перед финальной подачей жюри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Оставить как internal checklist для репетиции</a:t>
            </a:r>
          </a:p>
          <a:p>
            <a:pPr>
              <a:spcAft>
                <a:spcPts val="1200"/>
              </a:spcAft>
              <a:defRPr sz="2100">
                <a:solidFill>
                  <a:srgbClr val="C4C9D6"/>
                </a:solidFill>
              </a:defRPr>
            </a:pPr>
            <a:r>
              <a:t>Принцип: минимум текста, максимум проверяемых фактов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263640"/>
            <a:ext cx="3291840" cy="384048"/>
          </a:xfrm>
          <a:prstGeom prst="roundRect">
            <a:avLst/>
          </a:prstGeom>
          <a:solidFill>
            <a:srgbClr val="99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Solana RWA Tokenizer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